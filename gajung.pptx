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906000" cy="6858000" type="A4"/>
  <p:notesSz cx="9939338" cy="6807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9C77107-233B-47E8-9842-9FA3A908F5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E64455-CC44-4E63-9981-01463DA22C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30567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374B5-0BC6-49B0-8DBC-5BD590A638DB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22EC75-AAA4-43CD-9199-C550CA000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2D7F1-7CF7-43EA-BC3F-3684B7FBC4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30567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2728F-4F97-41F7-A87C-42432CE2A68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45898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567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B6FFB-8962-401B-8297-C5040966EB30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9938" y="850900"/>
            <a:ext cx="3319462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6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567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5AC12-7E81-4FA4-9977-ABBD509A958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3596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099E-F5F0-420F-9228-0FB9FFCA1E02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740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69B7-4808-4BE1-88AE-FB80A60718FD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553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A7C3-B18F-4CCA-861B-597CC8DE2CFA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56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FFA4-9218-44E8-AC90-6E7804EDD705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570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4152-2D40-42BA-BC79-6826D6679CC2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541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E6698-75D1-4864-9A87-83E9E14760CC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53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BCA-F985-4FF3-84D2-2A3E2B04D632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93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1F0F-FCA9-47F1-87E4-96B7181C33E9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12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3715-DF72-4FC0-ADB0-A3523BDB858B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21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61F16-B671-4B36-ADF8-40AF034AEEA1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529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C059C-5A39-457A-A940-5CD1A75C796B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968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1B892-C484-482F-A09D-CD44DA2CA6E0}" type="datetime1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8FEE-7876-4FE0-B61D-ED081168503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72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2D4B53D-FE6E-42A2-83A7-BE0F85ED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792" y="0"/>
            <a:ext cx="6444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6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1A17DA5-1674-4B08-82B5-FE1DAE3A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42" y="385337"/>
            <a:ext cx="7821116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0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F6E3AFA-333F-4DF3-B8A5-1752680A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07" y="0"/>
            <a:ext cx="5278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5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C23B49-BAFB-41AB-92D1-0D6D31748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84" y="2119129"/>
            <a:ext cx="7030431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5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A4 용지(210x297mm)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GIVET_DJLEE</dc:creator>
  <cp:lastModifiedBy>GIVET_DJLEE</cp:lastModifiedBy>
  <cp:revision>3</cp:revision>
  <cp:lastPrinted>2026-05-15T05:27:35Z</cp:lastPrinted>
  <dcterms:created xsi:type="dcterms:W3CDTF">2026-05-15T05:18:10Z</dcterms:created>
  <dcterms:modified xsi:type="dcterms:W3CDTF">2026-05-15T05:30:28Z</dcterms:modified>
</cp:coreProperties>
</file>