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74DBC-7364-44CE-9E82-785EC7480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3CE36E-469F-46FD-9315-5BB99B513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3F4561-F1C8-45B9-9279-D56E40AE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359D18-6D4C-4F1E-8B86-839FE366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3FA283-752A-41C8-A418-0BCC63CD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242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A7F89-3F5C-4DF2-8F7F-EAFDCFBE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247CA6-B942-4D31-B974-74929E666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9F2548-8D5C-4525-AB1B-9E9A335E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00E36F-06E1-443B-AC4C-430788E4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31AA1-D5D1-4B10-B262-1F24D222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42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CF70F-B603-42C6-8BAE-238EB2245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61D75-E046-4917-BD37-E155E9D23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F70CF7-C223-4C74-BA75-38DAFB978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ADA81D-5567-4873-B0F9-6C06F420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BF8458-5473-4CDC-9831-AB26791D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1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C409E-C89E-4E3D-A860-E2ED6F88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FB74B3-BEE0-41E2-9B9E-107D2DD11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8E50F6-6BBA-4F88-A97F-6B33432FB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99CF6F-F2AF-45C0-BA14-0BCA39A6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F47D2F-D112-4E6C-B8CB-2094B765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1F2E3E-BBB5-41F6-8EAD-285F27923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95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472E2-BB9D-4644-B6F0-178C3BA9A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712143-04EA-4F87-8480-01F7F4C76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55B84A-B1AE-461F-94DB-5CC2815A9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4F6F54-32FA-4A52-92BE-261CBDDC5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4C244D-1A74-45B6-B12E-DCB6AD6D9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9FD69D-156B-499D-8C55-58379D2FF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BA7C7B-2D02-464E-ADC7-FBD3FF6C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9C0AE1-A651-499A-AC23-25591CD5C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79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33487-12A7-4046-A968-F96F54A0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50386B-2B00-4643-8399-4B10F37C2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F6122F-D581-4B9C-A4F3-C09A96B1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ADCC1D-E76E-479B-82D0-35F00A75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76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651225-46EC-4824-A419-089605E4C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2473A7-5ED1-424E-A939-C0FFE370A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5A98F4-14C1-4570-BA2D-D89355BE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004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CF01D-189E-48AA-80E2-5A306637E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D07912-3735-4E8F-A15D-C0D8EE39C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F0537E-9FC8-4BDE-B6D1-0CC293FF7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F2D62E-1BA2-4545-BBBF-3BC26A439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3BF618-0BB3-456F-B7AC-5F04DF89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A2D2A6-E2A6-4D09-8D14-B4E0128E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6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67FEB-8FB4-437F-B5DE-EE78B828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A0CD0E-27CF-43DD-92CA-0D56B4862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E4625A-4643-434C-96A2-38B0A0E23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7565DA-4525-4305-998F-22F01B6C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E5D6E6-3F87-4516-859C-B3862028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F5FF0C-FBD4-4C0A-BFC0-F627F6F8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06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FC5FD-7D7A-49C0-A719-4E708E8F8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0F6D52-3413-4D2E-B2A6-1F0947C11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9FFB67-BE39-48FB-A5EA-D6B78A50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CEFD26-B78B-4EBE-80E0-EA875024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8FEED3-F820-4EA7-ADC7-54EAF978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449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6897F2-064B-4010-8F79-CFA5292F7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A0D7A0-5547-4697-BFDA-86A7E531A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E07EA4-F574-475B-B033-B3101EDA7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C10B76-70C4-497A-9617-688A1472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255D0-469B-42D1-A61C-3B0185C9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05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6B0CF9-E133-4095-B030-F1DA08AA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C52E66-67C1-492A-91DC-5C6DF2D72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3A1C51-6255-42B6-BC6F-0750C207A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A36CA-5933-4950-B4E9-C96EEDCAD534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3F57E-3449-448C-B79D-F1ED58EF0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499782-3FE2-4FB3-8286-3077B66BE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903D2-4996-44D6-9895-CB28B39FC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588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DD6B070-25D3-45AA-B804-F31161822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26" y="0"/>
            <a:ext cx="90345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8402ACE-8E40-476F-8A52-A25DD9922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109074"/>
            <a:ext cx="8783276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4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0108C4A-97D1-419C-92CE-F41BCA9D8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459" y="0"/>
            <a:ext cx="8121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25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B1CF73F-05FB-49E2-B88B-E908FD164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650" y="0"/>
            <a:ext cx="7466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49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9D26D5A-F226-423C-8DD2-EE940695D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797" y="0"/>
            <a:ext cx="87984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06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GIVET_DJLEE</dc:creator>
  <cp:lastModifiedBy>GIVET_DJLEE</cp:lastModifiedBy>
  <cp:revision>1</cp:revision>
  <dcterms:created xsi:type="dcterms:W3CDTF">2026-05-15T06:02:15Z</dcterms:created>
  <dcterms:modified xsi:type="dcterms:W3CDTF">2026-05-15T06:02:25Z</dcterms:modified>
</cp:coreProperties>
</file>